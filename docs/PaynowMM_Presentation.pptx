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3" name="Image 0" descr="/Users/ayethandaraung/Downloads/AppIcon-1024 (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73152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Paynow MM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Cashless Payment System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ကျောင်းငွေသားမဲ့ ငွေပေးချေစနစ်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 •  Fast  •  Transparent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ပြဿနာ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lose money at school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ကျောင်းသားများ ငွေပျောက်ခြင်း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don't know how much their child spends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မိဘများ ကလေး ဘယ်လောက်သုံးလဲ မသိခြင်း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have slow queues counting cash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ရောင်းသူများ ငွေရေတွက်ရတာ ကြာခြင်း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records or receipts for accountability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မှတ်တမ်း / ပြေစာ မရှိခြင်း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theft for students and sellers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ခိုးခံရနိုင်ခြင်း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Paynow MM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ဖြေရှင်းချက်: Paynow MM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gets a QR code + 4-digit PIN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ကျောင်းသားတိုင်း QR ကုဒ် + PIN ရရှိ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scans QR → student enters PIN → 3 sec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ရောင်းသူ QR စကန်ဖတ် → PIN ရိုက် → ၃ စက္ကန့်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get instant push notification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မိဘများ ချက်ချင်း notification ရရှိ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for school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စီမံခန့်ခွဲ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iOS and Android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နှင့် Android</a:t>
            </a:r>
            <a:endParaRPr lang="en-US" sz="1100" dirty="0"/>
          </a:p>
        </p:txBody>
      </p:sp>
      <p:pic>
        <p:nvPicPr>
          <p:cNvPr id="15" name="Image 0" descr="/Users/ayethandaraung/Downloads/photo_2026-05-30 17.36.4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2377440" cy="5029200"/>
          </a:xfrm>
          <a:prstGeom prst="rect">
            <a:avLst/>
          </a:prstGeom>
        </p:spPr>
      </p:pic>
      <p:pic>
        <p:nvPicPr>
          <p:cNvPr id="16" name="Image 1" descr="/Users/ayethandaraung/Downloads/photo_2026-05-30 17.36.4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005840"/>
            <a:ext cx="2377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အလုပ်လုပ်ပုံ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Staff deposits cash into student wallet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အဆင့် ၁: ဝန်ထမ်းက ငွေသားသွင်း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Student shows QR → enters PIN → paid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အဆင့် ၂: QR ပြ → PIN ရိုက် → ပြီး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Parent receives notification instantly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အဆင့် ၃: မိဘထံ ချက်ချင်း အကြောင်းကြား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Parent checks balance &amp; spending chart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အဆင့် ၄: လက်ကျန်ငွေနှင့် ဇယားစစ်ဆေး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Admin views reports from web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အဆင့် ၅: Admin က ဝဘ်မှ အစီရင်ခံစစ်</a:t>
            </a:r>
            <a:endParaRPr lang="en-US" sz="1100" dirty="0"/>
          </a:p>
        </p:txBody>
      </p:sp>
      <p:pic>
        <p:nvPicPr>
          <p:cNvPr id="15" name="Image 0" descr="/Users/ayethandaraung/Downloads/photo_2026-05-30 17.36.3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2377440" cy="5029200"/>
          </a:xfrm>
          <a:prstGeom prst="rect">
            <a:avLst/>
          </a:prstGeom>
        </p:spPr>
      </p:pic>
      <p:pic>
        <p:nvPicPr>
          <p:cNvPr id="16" name="Image 1" descr="/Users/ayethandaraung/Downloads/photo_2026-05-30 17.36.35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005840"/>
            <a:ext cx="2377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ကျောင်းသားများအတွက်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Card — show at canteen, no cash needed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ကတ် — ငွေသားမလို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Security — 4-digit PIN prevents misuse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လုံခြုံရေး — ဂဏန်း ၄ လုံး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Check — see balance anytime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လက်ကျန်ငွေ စစ်ဆေး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History — view all purchases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မှတ်တမ်း — ဝယ်ယူမှုအားလုံး ကြည့်နိုင်</a:t>
            </a:r>
            <a:endParaRPr lang="en-US" sz="1100" dirty="0"/>
          </a:p>
        </p:txBody>
      </p:sp>
      <p:pic>
        <p:nvPicPr>
          <p:cNvPr id="13" name="Image 0" descr="/Users/ayethandaraung/Downloads/photo_2026-05-30 17.36.3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05840"/>
            <a:ext cx="2377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Parents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မိဘများအတွက်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Notifications on every purchase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ဝယ်ယူမှုတိုင်း ချက်ချင်း အကြောင်းကြား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Spending Limit per child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ကလေးတစ်ဦးစီ နေ့စဉ်ကန့်သတ်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Spending Chart with trends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အပတ်စဉ် သုံးစွဲမှုဇယား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Balance Alert — auto-notify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ငွေနည်းကြောင်း သတိပေး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School — direct messaging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ကျောင်းနှင့် ချတ်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Announcements in-app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ကျောင်းကြေငြာချက်များ</a:t>
            </a:r>
            <a:endParaRPr lang="en-US" sz="1100" dirty="0"/>
          </a:p>
        </p:txBody>
      </p:sp>
      <p:pic>
        <p:nvPicPr>
          <p:cNvPr id="17" name="Image 0" descr="/Users/ayethandaraung/Downloads/photo_2026-05-30 17.36.3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2377440" cy="5029200"/>
          </a:xfrm>
          <a:prstGeom prst="rect">
            <a:avLst/>
          </a:prstGeom>
        </p:spPr>
      </p:pic>
      <p:pic>
        <p:nvPicPr>
          <p:cNvPr id="18" name="Image 1" descr="/Users/ayethandaraung/Downloads/photo_2026-05-30 17.36.3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005840"/>
            <a:ext cx="2377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Canteen Sellers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စားသောက်ဆိုင် ရောင်းသူများအတွက်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Scanner — scan student QR with camera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စကန်နာ — ကင်မရာဖြင့် စကန်ဖတ်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Payment — complete in 3 seconds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မြန်ဆန်သော ငွေပေးချေ — ၃ စက္ကန့်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Sales — real-time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ယနေ့ ရောင်းအား — ခြေရာခံ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Analytics — trends &amp; peak hours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ရောင်းအား ခွဲခြမ်းစိတ်ဖြာ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Cash Handling — safer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ငွေသား ကိုင်တွယ်ရန်မလို</a:t>
            </a:r>
            <a:endParaRPr lang="en-US" sz="1100" dirty="0"/>
          </a:p>
        </p:txBody>
      </p:sp>
      <p:pic>
        <p:nvPicPr>
          <p:cNvPr id="15" name="Image 0" descr="/Users/ayethandaraung/Downloads/photo_2026-05-30 17.39.3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2011680" cy="5029200"/>
          </a:xfrm>
          <a:prstGeom prst="rect">
            <a:avLst/>
          </a:prstGeom>
        </p:spPr>
      </p:pic>
      <p:pic>
        <p:nvPicPr>
          <p:cNvPr id="16" name="Image 1" descr="/Users/ayethandaraung/Downloads/photo_2026-05-30 17.39.35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05840"/>
            <a:ext cx="2011680" cy="5029200"/>
          </a:xfrm>
          <a:prstGeom prst="rect">
            <a:avLst/>
          </a:prstGeom>
        </p:spPr>
      </p:pic>
      <p:pic>
        <p:nvPicPr>
          <p:cNvPr id="17" name="Image 2" descr="/Users/ayethandaraung/Downloads/photo_2026-05-30 17.39.3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005840"/>
            <a:ext cx="20116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&amp; Announcements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အကြောင်းကြားချက်များ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tab — purchase &amp; deposit alerts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ဝယ်ယူမှု/ငွေသွင်းမှု အကြောင်းကြား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 tab — school news EN &amp; MY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ကျောင်းသတင်း — အင်္ဂလိပ်/မြန်မာ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 even when app closed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အက်ပ်ပိတ်ထားလည်း notification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for full details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အသေးစိတ် ကြည့်ရန် နှိပ်ပါ</a:t>
            </a:r>
            <a:endParaRPr lang="en-US" sz="1100" dirty="0"/>
          </a:p>
        </p:txBody>
      </p:sp>
      <p:pic>
        <p:nvPicPr>
          <p:cNvPr id="13" name="Image 0" descr="/Users/ayethandaraung/Downloads/photo_2026-05-30 17.36.4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05840"/>
            <a:ext cx="2377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— add, CSV import, QR print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ကျောင်းသား စီမံ — CSV တင်သွင်း၊ QR ပုံနှိပ်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 Processing — staff cash deposits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ငွေသွင်း — ဝန်ထမ်းများ လုပ်ဆောင်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Reports — daily/weekly/monthly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အစီရင်ခံ — နေ့/အပတ်/လ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 — push to all parents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ကြေငြာ — push notification ပို့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Messages — respond to parents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ချတ် — မိဘများ ဖြေကြား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&amp; User Management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ရောင်းသူ/အသုံးပြုသူ စီမံ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လုံခြုံရေး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4-Digit PIN for every transaction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ငွေပေးချေမှုတိုင်း PIN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spending limits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နေ့စဉ်ကန့်သတ်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storage (Keychain/Keystore)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ကုဒ်ဝှက် သိမ်းဆည်း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login (Face ID / Fingerprint)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ID / လက်ဗွေ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integrity checks &amp; rate limiting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စက်စစ်ဆေး / နှုန်းကန့်သတ်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API auth on all endpoints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API authentication</a:t>
            </a:r>
            <a:endParaRPr lang="en-US" sz="1100" dirty="0"/>
          </a:p>
        </p:txBody>
      </p:sp>
      <p:pic>
        <p:nvPicPr>
          <p:cNvPr id="17" name="Image 0" descr="/Users/ayethandaraung/Downloads/photo_2026-05-30 17.36.2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2377440" cy="5029200"/>
          </a:xfrm>
          <a:prstGeom prst="rect">
            <a:avLst/>
          </a:prstGeom>
        </p:spPr>
      </p:pic>
      <p:pic>
        <p:nvPicPr>
          <p:cNvPr id="18" name="Image 1" descr="/Users/ayethandaraung/Downloads/photo_2026-05-30 17.39.3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005840"/>
            <a:ext cx="2377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အကျိုးကျေးဇူး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School: Transparency, digital records, modern image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ကျောင်း: ပွင့်လင်းမြင်သာ၊ ဒစ်ဂျစ်တယ်မှတ်တမ်း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Parents: Real-time tracking, spending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မိဘ: သုံးစွဲမှုထိန်းချုပ်၊ စိတ်ချမ်းသာ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 No cash, fast &amp; safe payments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ကျောင်းသား: ငွေသားမလို၊ လုံခြုံ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Sellers: No cash counting, sales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ရောင်းသူ: ငွေရေတွက်မလို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Everyone: Safer, faster, more accountable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အားလုံး: ပိုလုံခြုံ၊ ပိုမြန်</a:t>
            </a:r>
            <a:endParaRPr lang="en-US" sz="1100" dirty="0"/>
          </a:p>
        </p:txBody>
      </p:sp>
      <p:pic>
        <p:nvPicPr>
          <p:cNvPr id="15" name="Image 0" descr="/Users/ayethandaraung/Downloads/photo_2026-05-30 17.36.4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05840"/>
            <a:ext cx="2377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3" name="Image 0" descr="/Users/ayethandaraung/Downloads/AppIcon-1024 (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54864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ကျေးဇူးတင်ပါသည်!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Live Demo / တိုက်ရိုက် သရုပ်ပြရန် အဆင်သင့်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arkaraung829@gmail.com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2026-05-30T21:49:34Z</dcterms:created>
  <dcterms:modified xsi:type="dcterms:W3CDTF">2026-05-30T21:49:34Z</dcterms:modified>
</cp:coreProperties>
</file>